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image" Target="../media/image2.jpeg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jpeg"/><Relationship Id="rId1" Type="http://schemas.openxmlformats.org/officeDocument/2006/relationships/tags" Target="../tags/tag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2447925"/>
            <a:ext cx="9799320" cy="726440"/>
          </a:xfrm>
        </p:spPr>
        <p:txBody>
          <a:bodyPr>
            <a:normAutofit fontScale="90000"/>
          </a:bodyPr>
          <a:p>
            <a:r>
              <a:rPr lang="en-IN" altLang="en-US" sz="3110"/>
              <a:t>SOIL DETECTION &amp; BEST CROP PREDICTION</a:t>
            </a:r>
            <a:endParaRPr lang="en-IN" altLang="en-US" sz="311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3276600"/>
            <a:ext cx="9799320" cy="3097530"/>
          </a:xfrm>
        </p:spPr>
        <p:txBody>
          <a:bodyPr>
            <a:normAutofit fontScale="90000" lnSpcReduction="20000"/>
          </a:bodyPr>
          <a:p>
            <a:pPr>
              <a:lnSpc>
                <a:spcPct val="80000"/>
              </a:lnSpc>
            </a:pPr>
            <a:r>
              <a:rPr lang="en-IN" altLang="en-US" b="1"/>
              <a:t>Presented by:</a:t>
            </a:r>
            <a:endParaRPr lang="en-IN" altLang="en-US" b="1"/>
          </a:p>
          <a:p>
            <a:pPr indent="457200">
              <a:lnSpc>
                <a:spcPct val="80000"/>
              </a:lnSpc>
            </a:pPr>
            <a:r>
              <a:rPr lang="en-IN" altLang="en-US"/>
              <a:t>    J.Suvarchala</a:t>
            </a:r>
            <a:endParaRPr lang="en-IN" altLang="en-US"/>
          </a:p>
          <a:p>
            <a:pPr indent="457200">
              <a:lnSpc>
                <a:spcPct val="80000"/>
              </a:lnSpc>
            </a:pPr>
            <a:r>
              <a:rPr lang="en-IN" altLang="en-US"/>
              <a:t> A.Akshitha</a:t>
            </a:r>
            <a:endParaRPr lang="en-IN" altLang="en-US"/>
          </a:p>
          <a:p>
            <a:pPr>
              <a:lnSpc>
                <a:spcPct val="80000"/>
              </a:lnSpc>
            </a:pPr>
            <a:r>
              <a:rPr lang="en-IN" altLang="en-US"/>
              <a:t>     A.Sanjana</a:t>
            </a:r>
            <a:endParaRPr lang="en-IN" altLang="en-US"/>
          </a:p>
          <a:p>
            <a:pPr>
              <a:lnSpc>
                <a:spcPct val="80000"/>
              </a:lnSpc>
            </a:pPr>
            <a:r>
              <a:rPr lang="en-IN" altLang="en-US"/>
              <a:t>       G.Harshitha</a:t>
            </a:r>
            <a:endParaRPr lang="en-IN" altLang="en-US"/>
          </a:p>
          <a:p>
            <a:pPr>
              <a:lnSpc>
                <a:spcPct val="80000"/>
              </a:lnSpc>
            </a:pPr>
            <a:r>
              <a:rPr lang="en-IN" altLang="en-US"/>
              <a:t>      SK.Juveria</a:t>
            </a:r>
            <a:endParaRPr lang="en-IN" altLang="en-US"/>
          </a:p>
          <a:p>
            <a:pPr>
              <a:lnSpc>
                <a:spcPct val="80000"/>
              </a:lnSpc>
            </a:pPr>
            <a:r>
              <a:rPr lang="en-IN" altLang="en-US" b="1"/>
              <a:t>GUIDED BY :</a:t>
            </a:r>
            <a:endParaRPr lang="en-IN" altLang="en-US" b="1"/>
          </a:p>
          <a:p>
            <a:pPr>
              <a:lnSpc>
                <a:spcPct val="80000"/>
              </a:lnSpc>
            </a:pPr>
            <a:r>
              <a:rPr lang="en-IN" altLang="en-US" b="1"/>
              <a:t>Dr.B.Suvarnamukhi</a:t>
            </a:r>
            <a:endParaRPr lang="en-IN" altLang="en-US" b="1"/>
          </a:p>
          <a:p>
            <a:pPr>
              <a:lnSpc>
                <a:spcPct val="80000"/>
              </a:lnSpc>
            </a:pPr>
            <a:r>
              <a:rPr lang="en-IN" altLang="en-US"/>
              <a:t>(</a:t>
            </a:r>
            <a:r>
              <a:rPr lang="en-US" altLang="en-US"/>
              <a:t>Associate Professor</a:t>
            </a:r>
            <a:r>
              <a:rPr lang="en-IN" altLang="en-US"/>
              <a:t>)</a:t>
            </a:r>
            <a:endParaRPr lang="en-IN" altLang="en-US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942340" y="434975"/>
            <a:ext cx="10055860" cy="20370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 Introduction 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•</a:t>
            </a:r>
            <a:r>
              <a:rPr lang="en-US" altLang="en-US" b="1"/>
              <a:t> </a:t>
            </a:r>
            <a:r>
              <a:rPr lang="en-US" altLang="en-US" sz="2000" b="1"/>
              <a:t>Problem: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 Traditional farming relies heavily on guesswork or delayed lab testing for soil quality, leading to lower yields and improper crop selection.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• Solution: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 An interactive, user-friendly website that analyzes soil parameters and recommends the most profitable or suitable crops.</a:t>
            </a:r>
            <a:endParaRPr lang="en-US" altLang="en-US" sz="20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1"/>
              <a:t>Target: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 Small-scale farmers, agricultural students, and local researchers</a:t>
            </a:r>
            <a:r>
              <a:rPr lang="en-IN" altLang="en-US" sz="2000"/>
              <a:t>.</a:t>
            </a:r>
            <a:endParaRPr lang="en-I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Objective</a:t>
            </a:r>
            <a:r>
              <a:rPr lang="en-IN" altLang="en-US"/>
              <a:t>of the Project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• Build a responsive web interface for easy data input and result visualization.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Accept soil test metrics (pH, Nitrogen, Phosphorus, Potassium, Moisture, Temperature).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Deploy a machine learning model to predict the ideal crop.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Provide actionable fertilizer or care recommendations alongside the crop suggestion</a:t>
            </a:r>
            <a:endParaRPr lang="en-US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 System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• </a:t>
            </a:r>
            <a:r>
              <a:rPr lang="en-US" altLang="en-US" sz="2000" b="1"/>
              <a:t>Frontend: 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HTML, CSS, JavaScript (or React / Bootstrap) for the user dashboard.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</a:t>
            </a:r>
            <a:r>
              <a:rPr lang="en-US" altLang="en-US" sz="2000" b="1"/>
              <a:t> Backend: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 Python (Flask / Django) to handle requests and run business logic.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</a:t>
            </a:r>
            <a:r>
              <a:rPr lang="en-US" altLang="en-US" sz="2000" b="1"/>
              <a:t>Database: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MySQL / MongoDB for storing user inputs, historical queries, and crop datasets</a:t>
            </a:r>
            <a:r>
              <a:rPr lang="en-US" altLang="en-US"/>
              <a:t>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 Key Parameters Used for </a:t>
            </a:r>
            <a:r>
              <a:rPr lang="en-IN" altLang="en-US"/>
              <a:t>Detection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•</a:t>
            </a:r>
            <a:r>
              <a:rPr lang="en-US" altLang="en-US" sz="2000" b="1"/>
              <a:t> Soil Nutrients: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	• Nitrogen (N)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	• Phosphorus (P)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	• Potassium (K)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• Soil Condition: 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pH level, Moisture content.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• Environment</a:t>
            </a:r>
            <a:r>
              <a:rPr lang="en-IN" altLang="en-US" sz="2000" b="1"/>
              <a:t> </a:t>
            </a:r>
            <a:r>
              <a:rPr lang="en-US" altLang="en-US" sz="2000"/>
              <a:t>: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Temperature, Humidity, and Rainfal</a:t>
            </a:r>
            <a:r>
              <a:rPr lang="en-IN" altLang="en-US" sz="2000"/>
              <a:t>l.</a:t>
            </a:r>
            <a:endParaRPr lang="en-I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Machine Learning Pipeline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 b="1"/>
              <a:t>Data Collection: 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Sourced from agricultural datasets.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 Data processing:</a:t>
            </a:r>
            <a:r>
              <a:rPr lang="en-US" altLang="en-US" sz="2000"/>
              <a:t>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Handling missing values, feature scaling, and train-test splitting 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Model Selection: 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Comparing algorithms like Random Forest, Decision Tree, K-Nearest Neighbors (KNN), and Logistic Regression.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 Evaluation: 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Comparing models based on accuracy, precision</a:t>
            </a:r>
            <a:endParaRPr lang="en-US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 Data Flow Diagram</a:t>
            </a:r>
            <a:endParaRPr lang="en-US" altLang="en-US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07695" y="1606550"/>
            <a:ext cx="11393805" cy="49574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Advantages &amp; Impact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 b="1"/>
              <a:t>• Data-Driven Decisions: 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Replaces trial-and-error with scientific prediction.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• Resource Optimization: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 Reduces overuse of chemical fertilizers and water.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• Accessibility: 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Simple web portal accessible via desktop or mobile browser.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 Limitations &amp; Future Scope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•</a:t>
            </a:r>
            <a:r>
              <a:rPr lang="en-US" altLang="en-US" sz="2000" b="1"/>
              <a:t> Limitations: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 Dependent on the accuracy of user-inputted soil test values.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• Future Scope: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• Integrating real-time IoT soil sensors for automated data streaming.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Adding plant disease detection via leaf image upload (CNN).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 Multi-language support for regional farmers.</a:t>
            </a:r>
            <a:endParaRPr lang="en-US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/>
              <a:t>Soil Detection and Best Crop Prediction, acts as a vital bridge between modern technology and traditional agriculture by replacing guesswork with data-driven decision-making.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A successful demonstration of applying machine learning to solve real-world food security and farming challenges</a:t>
            </a:r>
            <a:endParaRPr lang="en-US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45560" y="5276285"/>
            <a:ext cx="10969200" cy="705600"/>
          </a:xfrm>
        </p:spPr>
        <p:txBody>
          <a:bodyPr/>
          <a:p>
            <a:pPr algn="ctr"/>
            <a:r>
              <a:rPr lang="en-IN" altLang="en-US"/>
              <a:t>Questions are Welcome</a:t>
            </a:r>
            <a:endParaRPr lang="en-IN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043305" y="1129030"/>
            <a:ext cx="9399270" cy="42195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2568</Words>
  <Application>WPS Presentation</Application>
  <PresentationFormat>Widescreen</PresentationFormat>
  <Paragraphs>87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SOIL DETECTION &amp; BEST CROP PREDICTION</dc:title>
  <dc:creator>Ajay_Govindu</dc:creator>
  <cp:lastModifiedBy>suvarchala julakanti</cp:lastModifiedBy>
  <cp:revision>1</cp:revision>
  <dcterms:created xsi:type="dcterms:W3CDTF">2026-10-13T07:07:06Z</dcterms:created>
  <dcterms:modified xsi:type="dcterms:W3CDTF">2026-10-13T07:07:06Z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B80FA4708B6C4069A27F252153528724_11</vt:lpwstr>
  </property>
</Properties>
</file>